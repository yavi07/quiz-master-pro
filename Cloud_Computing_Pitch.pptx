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714"/>
  </p:normalViewPr>
  <p:slideViewPr>
    <p:cSldViewPr snapToGrid="0">
      <p:cViewPr varScale="1">
        <p:scale>
          <a:sx n="91" d="100"/>
          <a:sy n="91" d="100"/>
        </p:scale>
        <p:origin x="19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09EB2A-84B7-4C32-814F-9D298AAE2A9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F6BD3FE-77A9-4526-8D53-EDB6A30888F3}">
      <dgm:prSet/>
      <dgm:spPr/>
      <dgm:t>
        <a:bodyPr/>
        <a:lstStyle/>
        <a:p>
          <a:pPr>
            <a:defRPr cap="all"/>
          </a:pPr>
          <a:r>
            <a:rPr lang="en-US"/>
            <a:t>Majority of the websites that are there on the internet today face a really serious issue, Low Availability.</a:t>
          </a:r>
        </a:p>
      </dgm:t>
    </dgm:pt>
    <dgm:pt modelId="{4D17BF0E-F509-4565-8EF2-9FD248BB1CA3}" type="parTrans" cxnId="{1B034E9C-E655-4574-997B-EB38ABBAB523}">
      <dgm:prSet/>
      <dgm:spPr/>
      <dgm:t>
        <a:bodyPr/>
        <a:lstStyle/>
        <a:p>
          <a:endParaRPr lang="en-US"/>
        </a:p>
      </dgm:t>
    </dgm:pt>
    <dgm:pt modelId="{F42B46A1-59AF-4C8C-825C-F0CB11E7828A}" type="sibTrans" cxnId="{1B034E9C-E655-4574-997B-EB38ABBAB523}">
      <dgm:prSet/>
      <dgm:spPr/>
      <dgm:t>
        <a:bodyPr/>
        <a:lstStyle/>
        <a:p>
          <a:endParaRPr lang="en-US"/>
        </a:p>
      </dgm:t>
    </dgm:pt>
    <dgm:pt modelId="{A437097B-AC04-4383-BCAC-7A41A48DBD6D}">
      <dgm:prSet/>
      <dgm:spPr/>
      <dgm:t>
        <a:bodyPr/>
        <a:lstStyle/>
        <a:p>
          <a:pPr>
            <a:defRPr cap="all"/>
          </a:pPr>
          <a:r>
            <a:rPr lang="en-US"/>
            <a:t>Cloud Computing solves this problem using the Global network of SDDC’s that it provides it’s users for better Reach and Faster FCP scores</a:t>
          </a:r>
        </a:p>
      </dgm:t>
    </dgm:pt>
    <dgm:pt modelId="{B289EB0B-8737-4C22-8D37-B6DFB8F4A48C}" type="parTrans" cxnId="{49B1799C-1933-4DBD-8048-8BAC271296DE}">
      <dgm:prSet/>
      <dgm:spPr/>
      <dgm:t>
        <a:bodyPr/>
        <a:lstStyle/>
        <a:p>
          <a:endParaRPr lang="en-US"/>
        </a:p>
      </dgm:t>
    </dgm:pt>
    <dgm:pt modelId="{9ED916E5-FF88-4925-A236-42E8024EBBA2}" type="sibTrans" cxnId="{49B1799C-1933-4DBD-8048-8BAC271296DE}">
      <dgm:prSet/>
      <dgm:spPr/>
      <dgm:t>
        <a:bodyPr/>
        <a:lstStyle/>
        <a:p>
          <a:endParaRPr lang="en-US"/>
        </a:p>
      </dgm:t>
    </dgm:pt>
    <dgm:pt modelId="{0EF7DFCB-2975-4398-BF4D-03DC2B416E05}" type="pres">
      <dgm:prSet presAssocID="{3D09EB2A-84B7-4C32-814F-9D298AAE2A98}" presName="root" presStyleCnt="0">
        <dgm:presLayoutVars>
          <dgm:dir/>
          <dgm:resizeHandles val="exact"/>
        </dgm:presLayoutVars>
      </dgm:prSet>
      <dgm:spPr/>
    </dgm:pt>
    <dgm:pt modelId="{13CA725E-25F2-4586-AAAE-1BDD6BF0FAA4}" type="pres">
      <dgm:prSet presAssocID="{4F6BD3FE-77A9-4526-8D53-EDB6A30888F3}" presName="compNode" presStyleCnt="0"/>
      <dgm:spPr/>
    </dgm:pt>
    <dgm:pt modelId="{87529701-38BA-46A3-A5D3-7313859E9BC4}" type="pres">
      <dgm:prSet presAssocID="{4F6BD3FE-77A9-4526-8D53-EDB6A30888F3}" presName="iconBgRect" presStyleLbl="bgShp" presStyleIdx="0" presStyleCnt="2"/>
      <dgm:spPr/>
    </dgm:pt>
    <dgm:pt modelId="{A85FA243-CC26-4F20-8CD1-3D02AED2D80B}" type="pres">
      <dgm:prSet presAssocID="{4F6BD3FE-77A9-4526-8D53-EDB6A30888F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2C32EFCE-92FD-4C03-8FD3-5ADBABDD2279}" type="pres">
      <dgm:prSet presAssocID="{4F6BD3FE-77A9-4526-8D53-EDB6A30888F3}" presName="spaceRect" presStyleCnt="0"/>
      <dgm:spPr/>
    </dgm:pt>
    <dgm:pt modelId="{DF37AD54-DCF1-4DF6-A41E-D73E1799EDEE}" type="pres">
      <dgm:prSet presAssocID="{4F6BD3FE-77A9-4526-8D53-EDB6A30888F3}" presName="textRect" presStyleLbl="revTx" presStyleIdx="0" presStyleCnt="2">
        <dgm:presLayoutVars>
          <dgm:chMax val="1"/>
          <dgm:chPref val="1"/>
        </dgm:presLayoutVars>
      </dgm:prSet>
      <dgm:spPr/>
    </dgm:pt>
    <dgm:pt modelId="{C9FE07B8-473D-4C11-9A14-9F147D3099A5}" type="pres">
      <dgm:prSet presAssocID="{F42B46A1-59AF-4C8C-825C-F0CB11E7828A}" presName="sibTrans" presStyleCnt="0"/>
      <dgm:spPr/>
    </dgm:pt>
    <dgm:pt modelId="{80D4BC6E-813C-4957-89EE-F240505598A9}" type="pres">
      <dgm:prSet presAssocID="{A437097B-AC04-4383-BCAC-7A41A48DBD6D}" presName="compNode" presStyleCnt="0"/>
      <dgm:spPr/>
    </dgm:pt>
    <dgm:pt modelId="{5E303670-DF16-4F74-B779-7E2D3019A6F7}" type="pres">
      <dgm:prSet presAssocID="{A437097B-AC04-4383-BCAC-7A41A48DBD6D}" presName="iconBgRect" presStyleLbl="bgShp" presStyleIdx="1" presStyleCnt="2"/>
      <dgm:spPr/>
    </dgm:pt>
    <dgm:pt modelId="{5E6BF5EA-1C6E-4C90-80AD-DECE51657EAB}" type="pres">
      <dgm:prSet presAssocID="{A437097B-AC04-4383-BCAC-7A41A48DBD6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055DF90-713C-42BD-94F4-CFFF3AE0CC0A}" type="pres">
      <dgm:prSet presAssocID="{A437097B-AC04-4383-BCAC-7A41A48DBD6D}" presName="spaceRect" presStyleCnt="0"/>
      <dgm:spPr/>
    </dgm:pt>
    <dgm:pt modelId="{536C6D81-68E6-4F4D-8B97-8E8C9012B140}" type="pres">
      <dgm:prSet presAssocID="{A437097B-AC04-4383-BCAC-7A41A48DBD6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0D7C235-5493-4A54-9DC6-A130ACEC12BF}" type="presOf" srcId="{4F6BD3FE-77A9-4526-8D53-EDB6A30888F3}" destId="{DF37AD54-DCF1-4DF6-A41E-D73E1799EDEE}" srcOrd="0" destOrd="0" presId="urn:microsoft.com/office/officeart/2018/5/layout/IconCircleLabelList"/>
    <dgm:cxn modelId="{0849B349-336E-4ECD-8CC5-C6DBF8FC92F4}" type="presOf" srcId="{3D09EB2A-84B7-4C32-814F-9D298AAE2A98}" destId="{0EF7DFCB-2975-4398-BF4D-03DC2B416E05}" srcOrd="0" destOrd="0" presId="urn:microsoft.com/office/officeart/2018/5/layout/IconCircleLabelList"/>
    <dgm:cxn modelId="{1B034E9C-E655-4574-997B-EB38ABBAB523}" srcId="{3D09EB2A-84B7-4C32-814F-9D298AAE2A98}" destId="{4F6BD3FE-77A9-4526-8D53-EDB6A30888F3}" srcOrd="0" destOrd="0" parTransId="{4D17BF0E-F509-4565-8EF2-9FD248BB1CA3}" sibTransId="{F42B46A1-59AF-4C8C-825C-F0CB11E7828A}"/>
    <dgm:cxn modelId="{49B1799C-1933-4DBD-8048-8BAC271296DE}" srcId="{3D09EB2A-84B7-4C32-814F-9D298AAE2A98}" destId="{A437097B-AC04-4383-BCAC-7A41A48DBD6D}" srcOrd="1" destOrd="0" parTransId="{B289EB0B-8737-4C22-8D37-B6DFB8F4A48C}" sibTransId="{9ED916E5-FF88-4925-A236-42E8024EBBA2}"/>
    <dgm:cxn modelId="{B77F41E1-DC92-484E-B818-DD104AB70FAB}" type="presOf" srcId="{A437097B-AC04-4383-BCAC-7A41A48DBD6D}" destId="{536C6D81-68E6-4F4D-8B97-8E8C9012B140}" srcOrd="0" destOrd="0" presId="urn:microsoft.com/office/officeart/2018/5/layout/IconCircleLabelList"/>
    <dgm:cxn modelId="{C45B1D72-7AFF-4E3A-994A-04D17FF340AB}" type="presParOf" srcId="{0EF7DFCB-2975-4398-BF4D-03DC2B416E05}" destId="{13CA725E-25F2-4586-AAAE-1BDD6BF0FAA4}" srcOrd="0" destOrd="0" presId="urn:microsoft.com/office/officeart/2018/5/layout/IconCircleLabelList"/>
    <dgm:cxn modelId="{055563EE-3785-48E3-89E3-4A6CE4DCE1AE}" type="presParOf" srcId="{13CA725E-25F2-4586-AAAE-1BDD6BF0FAA4}" destId="{87529701-38BA-46A3-A5D3-7313859E9BC4}" srcOrd="0" destOrd="0" presId="urn:microsoft.com/office/officeart/2018/5/layout/IconCircleLabelList"/>
    <dgm:cxn modelId="{623519DC-D032-4A8A-99D2-81B9FE822508}" type="presParOf" srcId="{13CA725E-25F2-4586-AAAE-1BDD6BF0FAA4}" destId="{A85FA243-CC26-4F20-8CD1-3D02AED2D80B}" srcOrd="1" destOrd="0" presId="urn:microsoft.com/office/officeart/2018/5/layout/IconCircleLabelList"/>
    <dgm:cxn modelId="{8AD243CC-A7D5-4F12-90BD-A2E3A4916FC0}" type="presParOf" srcId="{13CA725E-25F2-4586-AAAE-1BDD6BF0FAA4}" destId="{2C32EFCE-92FD-4C03-8FD3-5ADBABDD2279}" srcOrd="2" destOrd="0" presId="urn:microsoft.com/office/officeart/2018/5/layout/IconCircleLabelList"/>
    <dgm:cxn modelId="{4A7FCA20-BE19-4DD5-9C3A-BB2CB0C870AF}" type="presParOf" srcId="{13CA725E-25F2-4586-AAAE-1BDD6BF0FAA4}" destId="{DF37AD54-DCF1-4DF6-A41E-D73E1799EDEE}" srcOrd="3" destOrd="0" presId="urn:microsoft.com/office/officeart/2018/5/layout/IconCircleLabelList"/>
    <dgm:cxn modelId="{9BEA7AE5-E6B1-45CC-AB85-3D04F48EFCAB}" type="presParOf" srcId="{0EF7DFCB-2975-4398-BF4D-03DC2B416E05}" destId="{C9FE07B8-473D-4C11-9A14-9F147D3099A5}" srcOrd="1" destOrd="0" presId="urn:microsoft.com/office/officeart/2018/5/layout/IconCircleLabelList"/>
    <dgm:cxn modelId="{76599904-384C-4480-9B52-DF99BF931ECF}" type="presParOf" srcId="{0EF7DFCB-2975-4398-BF4D-03DC2B416E05}" destId="{80D4BC6E-813C-4957-89EE-F240505598A9}" srcOrd="2" destOrd="0" presId="urn:microsoft.com/office/officeart/2018/5/layout/IconCircleLabelList"/>
    <dgm:cxn modelId="{F30CC390-3940-4B8A-8EEE-6568085B5CA8}" type="presParOf" srcId="{80D4BC6E-813C-4957-89EE-F240505598A9}" destId="{5E303670-DF16-4F74-B779-7E2D3019A6F7}" srcOrd="0" destOrd="0" presId="urn:microsoft.com/office/officeart/2018/5/layout/IconCircleLabelList"/>
    <dgm:cxn modelId="{354C4383-19C4-4F47-A088-E677D46F39A7}" type="presParOf" srcId="{80D4BC6E-813C-4957-89EE-F240505598A9}" destId="{5E6BF5EA-1C6E-4C90-80AD-DECE51657EAB}" srcOrd="1" destOrd="0" presId="urn:microsoft.com/office/officeart/2018/5/layout/IconCircleLabelList"/>
    <dgm:cxn modelId="{51C3B97E-7C33-4AFE-9331-8BE14B3CF10A}" type="presParOf" srcId="{80D4BC6E-813C-4957-89EE-F240505598A9}" destId="{E055DF90-713C-42BD-94F4-CFFF3AE0CC0A}" srcOrd="2" destOrd="0" presId="urn:microsoft.com/office/officeart/2018/5/layout/IconCircleLabelList"/>
    <dgm:cxn modelId="{21E40C39-D19D-42E3-B7A2-2A6810242587}" type="presParOf" srcId="{80D4BC6E-813C-4957-89EE-F240505598A9}" destId="{536C6D81-68E6-4F4D-8B97-8E8C9012B14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99E51C-56F4-433B-B09F-0CA098FA58A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330ACF1-FE6E-491F-9309-158DE85C670D}">
      <dgm:prSet/>
      <dgm:spPr/>
      <dgm:t>
        <a:bodyPr/>
        <a:lstStyle/>
        <a:p>
          <a:pPr>
            <a:defRPr cap="all"/>
          </a:pPr>
          <a:r>
            <a:rPr lang="en-US"/>
            <a:t>I will create a basic Learning Website, I will then host it on multiple outlets (GCP, AWS, other Cloud platforms)</a:t>
          </a:r>
        </a:p>
      </dgm:t>
    </dgm:pt>
    <dgm:pt modelId="{D09A3147-7D87-4BFE-AA19-5CC25C3DEE89}" type="parTrans" cxnId="{7BCDC595-2CDD-4B96-A58C-EA3A27A67E44}">
      <dgm:prSet/>
      <dgm:spPr/>
      <dgm:t>
        <a:bodyPr/>
        <a:lstStyle/>
        <a:p>
          <a:endParaRPr lang="en-US"/>
        </a:p>
      </dgm:t>
    </dgm:pt>
    <dgm:pt modelId="{C2F24DDD-8A84-4252-B703-DFD2A1E988D5}" type="sibTrans" cxnId="{7BCDC595-2CDD-4B96-A58C-EA3A27A67E44}">
      <dgm:prSet/>
      <dgm:spPr/>
      <dgm:t>
        <a:bodyPr/>
        <a:lstStyle/>
        <a:p>
          <a:endParaRPr lang="en-US"/>
        </a:p>
      </dgm:t>
    </dgm:pt>
    <dgm:pt modelId="{DB15A07B-827E-4996-9E2D-27B9F3F7BD21}">
      <dgm:prSet/>
      <dgm:spPr/>
      <dgm:t>
        <a:bodyPr/>
        <a:lstStyle/>
        <a:p>
          <a:pPr>
            <a:defRPr cap="all"/>
          </a:pPr>
          <a:r>
            <a:rPr lang="en-US"/>
            <a:t>I will then Compare the scores that it yields.</a:t>
          </a:r>
        </a:p>
      </dgm:t>
    </dgm:pt>
    <dgm:pt modelId="{B82981A6-CFE9-4440-A15E-6ADC3A571290}" type="parTrans" cxnId="{5194D45B-63B6-40C6-8AAF-00E9F4F5733D}">
      <dgm:prSet/>
      <dgm:spPr/>
      <dgm:t>
        <a:bodyPr/>
        <a:lstStyle/>
        <a:p>
          <a:endParaRPr lang="en-US"/>
        </a:p>
      </dgm:t>
    </dgm:pt>
    <dgm:pt modelId="{E25C4A0F-B188-4228-819E-0EFFC8B78869}" type="sibTrans" cxnId="{5194D45B-63B6-40C6-8AAF-00E9F4F5733D}">
      <dgm:prSet/>
      <dgm:spPr/>
      <dgm:t>
        <a:bodyPr/>
        <a:lstStyle/>
        <a:p>
          <a:endParaRPr lang="en-US"/>
        </a:p>
      </dgm:t>
    </dgm:pt>
    <dgm:pt modelId="{48BBFA16-27DB-4C39-AFAC-3F77E5004335}">
      <dgm:prSet/>
      <dgm:spPr/>
      <dgm:t>
        <a:bodyPr/>
        <a:lstStyle/>
        <a:p>
          <a:pPr>
            <a:defRPr cap="all"/>
          </a:pPr>
          <a:r>
            <a:rPr lang="en-US"/>
            <a:t>Here the Cloud hosted Websites will work much better in the case of availability scores.</a:t>
          </a:r>
        </a:p>
      </dgm:t>
    </dgm:pt>
    <dgm:pt modelId="{8F4280C6-5BC0-4EB4-85D3-3E67D6F43D65}" type="parTrans" cxnId="{68742CF9-D87B-4607-9C1D-516F5C29D6E6}">
      <dgm:prSet/>
      <dgm:spPr/>
      <dgm:t>
        <a:bodyPr/>
        <a:lstStyle/>
        <a:p>
          <a:endParaRPr lang="en-US"/>
        </a:p>
      </dgm:t>
    </dgm:pt>
    <dgm:pt modelId="{0CDA55CB-8217-422A-A7E3-9D7655D505A0}" type="sibTrans" cxnId="{68742CF9-D87B-4607-9C1D-516F5C29D6E6}">
      <dgm:prSet/>
      <dgm:spPr/>
      <dgm:t>
        <a:bodyPr/>
        <a:lstStyle/>
        <a:p>
          <a:endParaRPr lang="en-US"/>
        </a:p>
      </dgm:t>
    </dgm:pt>
    <dgm:pt modelId="{B60F7A2B-83B8-4A5B-A855-7E8A2A06439C}" type="pres">
      <dgm:prSet presAssocID="{F899E51C-56F4-433B-B09F-0CA098FA58AF}" presName="root" presStyleCnt="0">
        <dgm:presLayoutVars>
          <dgm:dir/>
          <dgm:resizeHandles val="exact"/>
        </dgm:presLayoutVars>
      </dgm:prSet>
      <dgm:spPr/>
    </dgm:pt>
    <dgm:pt modelId="{60586CD1-DB91-4F57-A89C-44D84219AA4D}" type="pres">
      <dgm:prSet presAssocID="{5330ACF1-FE6E-491F-9309-158DE85C670D}" presName="compNode" presStyleCnt="0"/>
      <dgm:spPr/>
    </dgm:pt>
    <dgm:pt modelId="{B70BC184-DC87-4075-8609-2D03DDF0323C}" type="pres">
      <dgm:prSet presAssocID="{5330ACF1-FE6E-491F-9309-158DE85C670D}" presName="iconBgRect" presStyleLbl="bgShp" presStyleIdx="0" presStyleCnt="3"/>
      <dgm:spPr/>
    </dgm:pt>
    <dgm:pt modelId="{302BAA11-CBBA-4FC2-8159-E3BAB722CB2F}" type="pres">
      <dgm:prSet presAssocID="{5330ACF1-FE6E-491F-9309-158DE85C67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9513472-E37C-42B3-95DD-A73ABF3668A3}" type="pres">
      <dgm:prSet presAssocID="{5330ACF1-FE6E-491F-9309-158DE85C670D}" presName="spaceRect" presStyleCnt="0"/>
      <dgm:spPr/>
    </dgm:pt>
    <dgm:pt modelId="{3396B4FF-4EE2-4205-9119-9DA195518351}" type="pres">
      <dgm:prSet presAssocID="{5330ACF1-FE6E-491F-9309-158DE85C670D}" presName="textRect" presStyleLbl="revTx" presStyleIdx="0" presStyleCnt="3">
        <dgm:presLayoutVars>
          <dgm:chMax val="1"/>
          <dgm:chPref val="1"/>
        </dgm:presLayoutVars>
      </dgm:prSet>
      <dgm:spPr/>
    </dgm:pt>
    <dgm:pt modelId="{E310086B-D5E8-465F-8CC8-F486D82F4286}" type="pres">
      <dgm:prSet presAssocID="{C2F24DDD-8A84-4252-B703-DFD2A1E988D5}" presName="sibTrans" presStyleCnt="0"/>
      <dgm:spPr/>
    </dgm:pt>
    <dgm:pt modelId="{E0111033-4813-4184-AE35-51E26F578DEA}" type="pres">
      <dgm:prSet presAssocID="{DB15A07B-827E-4996-9E2D-27B9F3F7BD21}" presName="compNode" presStyleCnt="0"/>
      <dgm:spPr/>
    </dgm:pt>
    <dgm:pt modelId="{1B32422D-3887-4FEF-B65D-8F0E8230EB0B}" type="pres">
      <dgm:prSet presAssocID="{DB15A07B-827E-4996-9E2D-27B9F3F7BD21}" presName="iconBgRect" presStyleLbl="bgShp" presStyleIdx="1" presStyleCnt="3"/>
      <dgm:spPr/>
    </dgm:pt>
    <dgm:pt modelId="{4FCAE56B-353D-45BE-A848-8DED6BE55F7D}" type="pres">
      <dgm:prSet presAssocID="{DB15A07B-827E-4996-9E2D-27B9F3F7BD2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238FCDF0-9539-434C-88CE-1A050E0F3243}" type="pres">
      <dgm:prSet presAssocID="{DB15A07B-827E-4996-9E2D-27B9F3F7BD21}" presName="spaceRect" presStyleCnt="0"/>
      <dgm:spPr/>
    </dgm:pt>
    <dgm:pt modelId="{B02307B0-5040-4C21-8B47-8A48ECCA1D53}" type="pres">
      <dgm:prSet presAssocID="{DB15A07B-827E-4996-9E2D-27B9F3F7BD21}" presName="textRect" presStyleLbl="revTx" presStyleIdx="1" presStyleCnt="3">
        <dgm:presLayoutVars>
          <dgm:chMax val="1"/>
          <dgm:chPref val="1"/>
        </dgm:presLayoutVars>
      </dgm:prSet>
      <dgm:spPr/>
    </dgm:pt>
    <dgm:pt modelId="{BE7CA1D2-FF09-4B7D-B4FC-E40A7D276539}" type="pres">
      <dgm:prSet presAssocID="{E25C4A0F-B188-4228-819E-0EFFC8B78869}" presName="sibTrans" presStyleCnt="0"/>
      <dgm:spPr/>
    </dgm:pt>
    <dgm:pt modelId="{68A72413-AFF8-4972-92AC-3768189884AC}" type="pres">
      <dgm:prSet presAssocID="{48BBFA16-27DB-4C39-AFAC-3F77E5004335}" presName="compNode" presStyleCnt="0"/>
      <dgm:spPr/>
    </dgm:pt>
    <dgm:pt modelId="{361A6303-1BC4-4190-9290-0F35DD587314}" type="pres">
      <dgm:prSet presAssocID="{48BBFA16-27DB-4C39-AFAC-3F77E5004335}" presName="iconBgRect" presStyleLbl="bgShp" presStyleIdx="2" presStyleCnt="3"/>
      <dgm:spPr/>
    </dgm:pt>
    <dgm:pt modelId="{A8BDC194-F057-44B7-A235-504CFC07F5F8}" type="pres">
      <dgm:prSet presAssocID="{48BBFA16-27DB-4C39-AFAC-3F77E500433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A5D4C711-AC60-4DE7-9210-AC15BE91594B}" type="pres">
      <dgm:prSet presAssocID="{48BBFA16-27DB-4C39-AFAC-3F77E5004335}" presName="spaceRect" presStyleCnt="0"/>
      <dgm:spPr/>
    </dgm:pt>
    <dgm:pt modelId="{FDE88C45-4441-428B-AAC4-FE8762945A6B}" type="pres">
      <dgm:prSet presAssocID="{48BBFA16-27DB-4C39-AFAC-3F77E500433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0AAB508-4DEB-4DB9-86D2-ADE62B0250A9}" type="presOf" srcId="{5330ACF1-FE6E-491F-9309-158DE85C670D}" destId="{3396B4FF-4EE2-4205-9119-9DA195518351}" srcOrd="0" destOrd="0" presId="urn:microsoft.com/office/officeart/2018/5/layout/IconCircleLabelList"/>
    <dgm:cxn modelId="{E89B4F24-8B3D-40E9-86A0-D7BA26206865}" type="presOf" srcId="{48BBFA16-27DB-4C39-AFAC-3F77E5004335}" destId="{FDE88C45-4441-428B-AAC4-FE8762945A6B}" srcOrd="0" destOrd="0" presId="urn:microsoft.com/office/officeart/2018/5/layout/IconCircleLabelList"/>
    <dgm:cxn modelId="{ED0C2854-041D-4C82-9BF9-A0DE7F027D11}" type="presOf" srcId="{F899E51C-56F4-433B-B09F-0CA098FA58AF}" destId="{B60F7A2B-83B8-4A5B-A855-7E8A2A06439C}" srcOrd="0" destOrd="0" presId="urn:microsoft.com/office/officeart/2018/5/layout/IconCircleLabelList"/>
    <dgm:cxn modelId="{5194D45B-63B6-40C6-8AAF-00E9F4F5733D}" srcId="{F899E51C-56F4-433B-B09F-0CA098FA58AF}" destId="{DB15A07B-827E-4996-9E2D-27B9F3F7BD21}" srcOrd="1" destOrd="0" parTransId="{B82981A6-CFE9-4440-A15E-6ADC3A571290}" sibTransId="{E25C4A0F-B188-4228-819E-0EFFC8B78869}"/>
    <dgm:cxn modelId="{7BCDC595-2CDD-4B96-A58C-EA3A27A67E44}" srcId="{F899E51C-56F4-433B-B09F-0CA098FA58AF}" destId="{5330ACF1-FE6E-491F-9309-158DE85C670D}" srcOrd="0" destOrd="0" parTransId="{D09A3147-7D87-4BFE-AA19-5CC25C3DEE89}" sibTransId="{C2F24DDD-8A84-4252-B703-DFD2A1E988D5}"/>
    <dgm:cxn modelId="{61B644C9-533B-4E57-A006-72D341442CDF}" type="presOf" srcId="{DB15A07B-827E-4996-9E2D-27B9F3F7BD21}" destId="{B02307B0-5040-4C21-8B47-8A48ECCA1D53}" srcOrd="0" destOrd="0" presId="urn:microsoft.com/office/officeart/2018/5/layout/IconCircleLabelList"/>
    <dgm:cxn modelId="{68742CF9-D87B-4607-9C1D-516F5C29D6E6}" srcId="{F899E51C-56F4-433B-B09F-0CA098FA58AF}" destId="{48BBFA16-27DB-4C39-AFAC-3F77E5004335}" srcOrd="2" destOrd="0" parTransId="{8F4280C6-5BC0-4EB4-85D3-3E67D6F43D65}" sibTransId="{0CDA55CB-8217-422A-A7E3-9D7655D505A0}"/>
    <dgm:cxn modelId="{70B334EB-0D2D-4970-990F-C9D731D02CA6}" type="presParOf" srcId="{B60F7A2B-83B8-4A5B-A855-7E8A2A06439C}" destId="{60586CD1-DB91-4F57-A89C-44D84219AA4D}" srcOrd="0" destOrd="0" presId="urn:microsoft.com/office/officeart/2018/5/layout/IconCircleLabelList"/>
    <dgm:cxn modelId="{E36E4F62-DBC8-42DE-A14F-364B4C414027}" type="presParOf" srcId="{60586CD1-DB91-4F57-A89C-44D84219AA4D}" destId="{B70BC184-DC87-4075-8609-2D03DDF0323C}" srcOrd="0" destOrd="0" presId="urn:microsoft.com/office/officeart/2018/5/layout/IconCircleLabelList"/>
    <dgm:cxn modelId="{490B9CA1-183C-4630-9896-F61E3B6C4948}" type="presParOf" srcId="{60586CD1-DB91-4F57-A89C-44D84219AA4D}" destId="{302BAA11-CBBA-4FC2-8159-E3BAB722CB2F}" srcOrd="1" destOrd="0" presId="urn:microsoft.com/office/officeart/2018/5/layout/IconCircleLabelList"/>
    <dgm:cxn modelId="{18790E39-8F58-423A-ADCC-1062816FA3B4}" type="presParOf" srcId="{60586CD1-DB91-4F57-A89C-44D84219AA4D}" destId="{59513472-E37C-42B3-95DD-A73ABF3668A3}" srcOrd="2" destOrd="0" presId="urn:microsoft.com/office/officeart/2018/5/layout/IconCircleLabelList"/>
    <dgm:cxn modelId="{0DEFD170-1C2A-4E81-91DE-5935830C3BFE}" type="presParOf" srcId="{60586CD1-DB91-4F57-A89C-44D84219AA4D}" destId="{3396B4FF-4EE2-4205-9119-9DA195518351}" srcOrd="3" destOrd="0" presId="urn:microsoft.com/office/officeart/2018/5/layout/IconCircleLabelList"/>
    <dgm:cxn modelId="{E6ADDA27-55FC-405C-B2E1-5BF4E7E7A8BC}" type="presParOf" srcId="{B60F7A2B-83B8-4A5B-A855-7E8A2A06439C}" destId="{E310086B-D5E8-465F-8CC8-F486D82F4286}" srcOrd="1" destOrd="0" presId="urn:microsoft.com/office/officeart/2018/5/layout/IconCircleLabelList"/>
    <dgm:cxn modelId="{B6D19691-5F9D-4BAA-94F7-82A4ADA35DF4}" type="presParOf" srcId="{B60F7A2B-83B8-4A5B-A855-7E8A2A06439C}" destId="{E0111033-4813-4184-AE35-51E26F578DEA}" srcOrd="2" destOrd="0" presId="urn:microsoft.com/office/officeart/2018/5/layout/IconCircleLabelList"/>
    <dgm:cxn modelId="{D134A1F0-19BB-4883-A519-8AD2E03C09A3}" type="presParOf" srcId="{E0111033-4813-4184-AE35-51E26F578DEA}" destId="{1B32422D-3887-4FEF-B65D-8F0E8230EB0B}" srcOrd="0" destOrd="0" presId="urn:microsoft.com/office/officeart/2018/5/layout/IconCircleLabelList"/>
    <dgm:cxn modelId="{AAB3D755-FE21-436D-86F8-6DA50CA6EEB4}" type="presParOf" srcId="{E0111033-4813-4184-AE35-51E26F578DEA}" destId="{4FCAE56B-353D-45BE-A848-8DED6BE55F7D}" srcOrd="1" destOrd="0" presId="urn:microsoft.com/office/officeart/2018/5/layout/IconCircleLabelList"/>
    <dgm:cxn modelId="{9C5DED75-BF52-4185-9E4C-FFDE1A681B57}" type="presParOf" srcId="{E0111033-4813-4184-AE35-51E26F578DEA}" destId="{238FCDF0-9539-434C-88CE-1A050E0F3243}" srcOrd="2" destOrd="0" presId="urn:microsoft.com/office/officeart/2018/5/layout/IconCircleLabelList"/>
    <dgm:cxn modelId="{B475A1C4-5E69-45AC-BB4F-AD154B42333F}" type="presParOf" srcId="{E0111033-4813-4184-AE35-51E26F578DEA}" destId="{B02307B0-5040-4C21-8B47-8A48ECCA1D53}" srcOrd="3" destOrd="0" presId="urn:microsoft.com/office/officeart/2018/5/layout/IconCircleLabelList"/>
    <dgm:cxn modelId="{5E3C653D-3FE8-4ADF-A476-40E73DEC596C}" type="presParOf" srcId="{B60F7A2B-83B8-4A5B-A855-7E8A2A06439C}" destId="{BE7CA1D2-FF09-4B7D-B4FC-E40A7D276539}" srcOrd="3" destOrd="0" presId="urn:microsoft.com/office/officeart/2018/5/layout/IconCircleLabelList"/>
    <dgm:cxn modelId="{860C0BBC-BF88-4305-9A4C-BF342BFF6256}" type="presParOf" srcId="{B60F7A2B-83B8-4A5B-A855-7E8A2A06439C}" destId="{68A72413-AFF8-4972-92AC-3768189884AC}" srcOrd="4" destOrd="0" presId="urn:microsoft.com/office/officeart/2018/5/layout/IconCircleLabelList"/>
    <dgm:cxn modelId="{7B37BC1E-A81A-404E-8AC8-8408EF7FB0D8}" type="presParOf" srcId="{68A72413-AFF8-4972-92AC-3768189884AC}" destId="{361A6303-1BC4-4190-9290-0F35DD587314}" srcOrd="0" destOrd="0" presId="urn:microsoft.com/office/officeart/2018/5/layout/IconCircleLabelList"/>
    <dgm:cxn modelId="{7ED57BD0-F689-4543-9FD8-DEFD4074BEB8}" type="presParOf" srcId="{68A72413-AFF8-4972-92AC-3768189884AC}" destId="{A8BDC194-F057-44B7-A235-504CFC07F5F8}" srcOrd="1" destOrd="0" presId="urn:microsoft.com/office/officeart/2018/5/layout/IconCircleLabelList"/>
    <dgm:cxn modelId="{4B261114-39CE-491D-BE5B-518447F59D65}" type="presParOf" srcId="{68A72413-AFF8-4972-92AC-3768189884AC}" destId="{A5D4C711-AC60-4DE7-9210-AC15BE91594B}" srcOrd="2" destOrd="0" presId="urn:microsoft.com/office/officeart/2018/5/layout/IconCircleLabelList"/>
    <dgm:cxn modelId="{C8329734-6A82-458D-9B24-ECF7317724E1}" type="presParOf" srcId="{68A72413-AFF8-4972-92AC-3768189884AC}" destId="{FDE88C45-4441-428B-AAC4-FE8762945A6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29701-38BA-46A3-A5D3-7313859E9BC4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FA243-CC26-4F20-8CD1-3D02AED2D80B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7AD54-DCF1-4DF6-A41E-D73E1799EDEE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Majority of the websites that are there on the internet today face a really serious issue, Low Availability.</a:t>
          </a:r>
        </a:p>
      </dsp:txBody>
      <dsp:txXfrm>
        <a:off x="1548914" y="3176402"/>
        <a:ext cx="3600000" cy="720000"/>
      </dsp:txXfrm>
    </dsp:sp>
    <dsp:sp modelId="{5E303670-DF16-4F74-B779-7E2D3019A6F7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BF5EA-1C6E-4C90-80AD-DECE51657EAB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6C6D81-68E6-4F4D-8B97-8E8C9012B140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Cloud Computing solves this problem using the Global network of SDDC’s that it provides it’s users for better Reach and Faster FCP scores</a:t>
          </a:r>
        </a:p>
      </dsp:txBody>
      <dsp:txXfrm>
        <a:off x="5778914" y="317640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BC184-DC87-4075-8609-2D03DDF0323C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BAA11-CBBA-4FC2-8159-E3BAB722CB2F}">
      <dsp:nvSpPr>
        <dsp:cNvPr id="0" name=""/>
        <dsp:cNvSpPr/>
      </dsp:nvSpPr>
      <dsp:spPr>
        <a:xfrm>
          <a:off x="1135476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96B4FF-4EE2-4205-9119-9DA195518351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 will create a basic Learning Website, I will then host it on multiple outlets (GCP, AWS, other Cloud platforms)</a:t>
          </a:r>
        </a:p>
      </dsp:txBody>
      <dsp:txXfrm>
        <a:off x="93445" y="3018902"/>
        <a:ext cx="3206250" cy="720000"/>
      </dsp:txXfrm>
    </dsp:sp>
    <dsp:sp modelId="{1B32422D-3887-4FEF-B65D-8F0E8230EB0B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CAE56B-353D-45BE-A848-8DED6BE55F7D}">
      <dsp:nvSpPr>
        <dsp:cNvPr id="0" name=""/>
        <dsp:cNvSpPr/>
      </dsp:nvSpPr>
      <dsp:spPr>
        <a:xfrm>
          <a:off x="4902820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307B0-5040-4C21-8B47-8A48ECCA1D53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 will then Compare the scores that it yields.</a:t>
          </a:r>
        </a:p>
      </dsp:txBody>
      <dsp:txXfrm>
        <a:off x="3860789" y="3018902"/>
        <a:ext cx="3206250" cy="720000"/>
      </dsp:txXfrm>
    </dsp:sp>
    <dsp:sp modelId="{361A6303-1BC4-4190-9290-0F35DD587314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DC194-F057-44B7-A235-504CFC07F5F8}">
      <dsp:nvSpPr>
        <dsp:cNvPr id="0" name=""/>
        <dsp:cNvSpPr/>
      </dsp:nvSpPr>
      <dsp:spPr>
        <a:xfrm>
          <a:off x="8670164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88C45-4441-428B-AAC4-FE8762945A6B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Here the Cloud hosted Websites will work much better in the case of availability scores.</a:t>
          </a:r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5D19E-00E0-DEBE-F72A-5942D2E52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F260E9-CA43-991A-6C79-625B86369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CC561-CE22-B707-D436-CA22D46A1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A622A-1E49-F571-0E6B-980224F3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EC735-1A80-558D-CC3C-929F0A91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7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070F2-D48B-1C59-DD17-541A5384C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8FCA2-327C-AD97-3A5A-C8E7118DF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847D7-D07D-A525-3317-9043B1AE0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24F9A-C9EC-33D7-02EF-DCD43F94D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B1AFC-37B4-DCDF-FD63-6AC0724E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1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C10D-8316-25E7-1017-9EEB69135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D1168-A085-DBF6-6E79-31CC49DE6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C91A5-4A3F-8209-291E-02A27923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84BAB-8E45-B561-316F-6A2FC616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AF76E-4281-0E57-C59C-B9BFE0A5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8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C98D-90AD-19C5-A16C-144D33B5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27DC8-1A99-524C-5353-D21A7FB4A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989D0-350F-44AA-DE07-2FA0C2514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E2601-C10C-C471-3E9E-0E0FFDF7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67D13-E8AE-C626-2A81-C1C51553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4D3A7-4E18-5029-86DD-C797B71E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27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D85F-364F-2B9F-2997-6E1482111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61F53-75C5-5C1C-E53F-9FF0B5DF2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E661F-D4B0-E1CC-5CCC-833E2220F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EF8A0-0C69-A77A-8542-128BD3479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599118-B10F-20C4-9313-28E87F81A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4FFD9D-A1D3-89CD-7F1E-20966700C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9A092C-DA24-95CF-3E06-A79F5A20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F4D0F8-47D0-6096-6693-85E098B9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22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5DF8-AFB5-CD10-ED87-DF6B02E9A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AB20-50C3-1CFF-B4AA-362ED8EF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835B3-F840-46D0-151C-055DBA18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85BBE-63D9-097C-5C20-768D3949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02577-D429-9901-F983-2B82A5C0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2C9CC1-D058-6C48-D485-CE07F7D33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75600-88B0-A6AD-5AD6-9CDA70FC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2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A1EF-69A1-3B5C-AF79-82AC71A2D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603E6-1858-A725-A1AF-8A32CD229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CB9E4-62D5-351B-DFE2-8DD0F3BD5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3F4D2-76D3-7B38-39EE-99E5132BE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A683B-ECB2-2468-16E6-44D997096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BB280-C81B-70F3-D07F-9A3E52DB4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03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2CA3-E6E0-6229-D1A1-A2EEA6DEA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AA9E3-5918-FD40-1699-0D5D5C20E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E7C58-4E3B-2812-1F71-B8DE9B0AE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32C0F-E31D-CA67-EB52-6116F2D1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8D8F4-5B30-0271-512D-CE81675A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C426C-E88D-2EE1-5EEF-CCC8C89A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0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6818-2338-8191-5215-ACC3063F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07F6A-BC6F-EB0C-E596-59332E138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9D253-B006-ADDB-8D7C-A4BBED05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FA2A2-AD35-8CB3-5C7F-7CF1BC4B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2911B-606F-2C41-A0D6-1A432A3C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3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98D26-D0B1-B72A-0522-50EF38107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98F1-67EA-6C7D-7464-D696ABABC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4431B-D8B2-2827-3984-61049DC69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098B3-2852-AE7F-6CA3-45F6DA1C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0DC75-BCAA-017F-D162-33D74CDC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99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DC3823-05CD-2B63-2425-A182810ED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E2DB4-00EA-EFD6-2F13-1DABD66FA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69E9F-3061-C8F2-0867-98F1C2E16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B8E9B-3F99-184A-A8E4-7FAF7C506E80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BC5FD-DE1C-EB87-BA3F-3936DDFA2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43BE6-CA9C-C0AF-FA32-CE6F41E76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B5687-C573-C34C-B378-0484CE500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73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088F0-B63A-8E45-656E-156AFC29E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400">
                <a:solidFill>
                  <a:srgbClr val="FFFFFF"/>
                </a:solidFill>
              </a:rPr>
              <a:t>Achieving Highly Available Websites using Cloud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CDC7AC-1BA3-755A-9EDD-5E4BA56E0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Yajvin Rautela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86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2C6283-2899-A4D0-0404-F102C48F3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23E265-6DF4-2E5C-A8D1-0B8FDA33E9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00848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4154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FE23CE-975C-89B1-D7C3-EC8EACC8A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How I will use this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0ACE5F-5EBA-EFD2-45E4-4CC1660FC0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2754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000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5069</TotalTime>
  <Words>110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Achieving Highly Available Websites using Cloud Computing</vt:lpstr>
      <vt:lpstr>Problem Statement</vt:lpstr>
      <vt:lpstr>How I will use this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Yajvin Rautela</dc:creator>
  <cp:lastModifiedBy>Yajvin Rautela</cp:lastModifiedBy>
  <cp:revision>1</cp:revision>
  <dcterms:created xsi:type="dcterms:W3CDTF">2025-08-29T05:20:25Z</dcterms:created>
  <dcterms:modified xsi:type="dcterms:W3CDTF">2025-09-01T17:50:12Z</dcterms:modified>
</cp:coreProperties>
</file>